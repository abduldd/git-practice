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Software Process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DDCEB"/>
                </a:solidFill>
              </a:defRPr>
            </a:pPr>
            <a:r>
              <a:t>10 Practice Scenarios + 10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Waterfall • Prototyping • Evolutionary/Incremental • Unified Process (RUP)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Government Payroll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government department needs a payroll system.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Salary rules, deductions, taxes, allowances, and reports are already defined.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Requirements are documented in detail and are not expected to change significantly.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Formal documentation, approvals, and planned testing are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Government Payroll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model: WATERFALL.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Requirements are relatively stable and well understood.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Typical sequence: Requirements → Design → Implementation &amp; Unit Testing → Integration &amp; System Testing → Operation &amp; Maintenance.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Late changes can be expensive because completed work may need to be revisited.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Stable requirements + formal documentation and approvals.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University Registration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university wants an online course-registration system.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Administrators know the goal, but are unsure how the user interface should work.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Students and staff want to see something working before finalizing detailed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team expects feedback about screens, navigation, and usability.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University Registration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approach: PROTOTYPING.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Build a small prototype to explore and clarify requirements, especially UI requirements.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Use stakeholder feedback to refine requirements.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prototype may be throwaway or may evolve, depending on the strategy.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Do not assume prototype code is production-quality.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Users need to see and interact with a model to clarify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Food Delivery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startup wants to build a food-delivery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First release: restaurant browsing.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Next releases add ordering, payment, and delivery tracking.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After each release, customers provide feedback and requirements are adjusted.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Food Delivery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approach: EVOLUTIONARY / INCREMENTAL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product grows through successive working versions.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Each increment adds useful functionality and can be evaluated by users.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Specification, development, and validation are interleaved.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Architecture and quality must still be managed as the product evolves.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Functionality grows through successive versions using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Hospital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large hospital needs registration, appointments, laboratory, pharmacy, billing, and medical records.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There are many stakeholders and significant technical and organizational risks.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team wants a business case first, then architecture, then iterative construction.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Finally, the system must be deployed and made operational.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Hospital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approach: UNIFIED PROCESS / RUP.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RUP is a hybrid process model.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Inception: establish business case and scope.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Elaboration: understand requirements, address major risks, and establish architecture.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Construction: develop and test.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Transition: deploy and make operational.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Large, risk-sensitive project needing business, architecture, iteration, and deployment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ATM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bank needs authentication, PIN verification, balance inquiry, withdrawal, deposit, and receipts.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Major requirements are well understood.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bank requires formal documentation, approvals, traceability, and extensive testing.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organization follows a planned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ATM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A WATERFALL-style plan-driven process can fit.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Clear phase outputs provide review and approval points.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Requirements Definition → System &amp; Software Design → Implementation &amp; Unit Testing → Integration &amp; System Testing → Operation &amp; Maintenance.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Stable requirements make up-front planning more feasible.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Suitability depends on project characteristics, not a universal ranking of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Well-understood requirements + strong governance + predictable stages.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Mobile Banking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bank knows what its mobile app should do, but users disagree about the interface.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team builds login, dashboard, and transaction screens.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Users report that the dashboard is confusing.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team modifies the interface and presents another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Mobile Banking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technique: PROTOTYPING for requirements discovery.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prototype makes abstract interface requirements concrete.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User feedback reveals usability and interaction requirements.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Cycle: Initial requirements → Prototype → Feedback → Refined requirements → Improved prototype.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Prototyping reduces uncertainty through stakeholder interaction.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User feedback is needed to discover and refine UI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E-Commerce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An online shopping company expects requirements to change as customers use the system.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Version 1: search and product details.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Version 2: shopping cart and checkout.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Version 3: payment.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Version 4: recommendations and personalization.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E-Commerce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approach: EVOLUTIONARY / INCREMENTAL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system is delivered as a sequence of versions.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Each version provides more functionality and an opportunity for feedback.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Changing requirements can be incorporated into later increments.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This approach supports progressive delivery when requirements are uncertain.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The product is deliberately built and refined as successive versions.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Large Embedded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company is developing a large embedded system involving hardware and software.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project has substantial technical risks.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team needs early risk identification, architectural investigation, iterative development, continuous testing, and configuration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 project needs structure without eliminating iteration.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Large Embedded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A RUP-style / hybrid process can provide structure.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Elaboration is important for architecture and major risk resolution.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Construction develops and integrates components.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Testing and configuration/change management support development across phases.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RUP is not a universal solution; suitability depends on system and organization.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High technical risk + architecture focus + iterative construction + disciplined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University Learning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An LMS is developed in several iterations.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Iteration 1: login and course listing.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Iteration 2: assignment submission and grading.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Iteration 3: online quizzes.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Iteration 4: discussion forums.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Each iteration repeats specification, design, implementation, testing, and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University Learning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Suggested approach: EVOLUTIONARY / INCREMENTAL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Specification, development, and validation are repeated for successive increments.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Students and instructors can evaluate earlier versions.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New requirements can be incorporated into later iterations.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defining idea is progressive delivery and evolution.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Repeated specification-development-validation cycles produce working increments.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Scenario — University Management System with RUP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5F91"/>
                </a:solidFill>
              </a:defRPr>
            </a:pPr>
            <a:r>
              <a:t>Decide which process model or approach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A company uses RUP for a University Management System.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Inception: stakeholders, business problem, business case, major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Elaboration: requirements analysis, risks, architecture, development plan.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Construction: implementation, testing, and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Transition: deployment, training, and deployment issue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5F91"/>
                </a:solidFill>
              </a:defRPr>
            </a:pPr>
            <a:r>
              <a:t>Student task: Choose the model and justify your choice using evidence from the scenario.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35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— University Management System with RUP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5734B"/>
                </a:solidFill>
              </a:defRPr>
            </a:pPr>
            <a:r>
              <a:t>Suggested analysis and teaching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The four RUP phases are INCEPTION → ELABORATION → CONSTRUCTION → TRANSITION.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RUP separates dynamic phases from technical workflows that span phases.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Requirements, analysis/design, implementation, testing, and deployment workflows are not confined to one phase.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RUP is iterative within a structured lifecycle.</a:t>
            </a:r>
          </a:p>
          <a:p>
            <a:pPr>
              <a:spcAft>
                <a:spcPts val="1200"/>
              </a:spcAft>
              <a:defRPr sz="1800">
                <a:solidFill>
                  <a:srgbClr val="232830"/>
                </a:solidFill>
              </a:defRPr>
            </a:pPr>
            <a:r>
              <a:t>It is a hybrid process model with dynamic, static, and practice perspectives.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440680"/>
            <a:ext cx="1078992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357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734B"/>
                </a:solidFill>
              </a:defRPr>
            </a:pPr>
            <a:r>
              <a:t>Key clue: Four RUP phases organize an iterative process while workflows span the lifecycle.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CSC 3109 Software Engineering | Process Models |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6970"/>
                </a:solidFill>
              </a:defRPr>
            </a:pPr>
            <a:r>
              <a:t>Basis: CSC 3109 course outline + Sommerville, Software Engineering, 9th ed., Chapter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